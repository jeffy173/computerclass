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3" r:id="rId5"/>
    <p:sldId id="264" r:id="rId6"/>
    <p:sldId id="265" r:id="rId7"/>
    <p:sldId id="266" r:id="rId8"/>
    <p:sldId id="274" r:id="rId9"/>
    <p:sldId id="273" r:id="rId10"/>
    <p:sldId id="272" r:id="rId11"/>
    <p:sldId id="267" r:id="rId12"/>
    <p:sldId id="268" r:id="rId13"/>
    <p:sldId id="269" r:id="rId14"/>
    <p:sldId id="27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0AE9B-F0EB-4FC0-93AB-0996CD7B43C8}" v="19" dt="2026-06-09T06:42:42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77EE9-6059-090C-49AD-D29542210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A8FEA5-AE4F-0359-3882-ED9F0BCC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84A9C-C1D2-8656-D63E-503A536A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0D0E1-2744-F5AC-E417-D9E164D4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EE743-9975-68AB-90CC-A1D760AB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79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3CA6C9-52A1-C4AA-F4C9-511226A4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9BE46B-F2F6-EAC2-5017-631C0F7F9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1A23F7-30E1-E2EF-8AF8-E0035396A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EB8D4-FA63-3145-674F-759D40B7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98B796-F133-C8D6-48B3-B8660072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73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F91F2-5BFD-826F-96CB-F5BCEE5E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40C3C4-6A5F-3CB4-7FE1-F0479ED3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13BA34-13F2-9BD6-8AEC-E82369AA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FE2C0-440F-FF84-3769-DBB85516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E5047F-897B-6113-1687-15ED2479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3249D-9AB0-BFAC-BBFA-D5758DA7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D984C-2CEF-2C2E-E56D-F3A89AB55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456330-A18A-5421-524A-8E1E57810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A8108-7F76-1DE2-6882-F96CB675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17FDC-E766-20C0-94C3-AAC0F437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DA7BCC-1A88-0981-3A8E-BD2A029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6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08557-391B-8E1E-6697-74F4F30DC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2B214D-C45B-FFB1-8C0D-8B5354E1B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BC29B7-0719-9454-FE7B-B9ABCF6E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1D7E3A-18E7-8DBB-84F7-71229A1F1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01EAE3-F83E-7CFA-995A-1EA10AD0A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6CAF4B-D8CB-20AF-BBF3-1043FB8A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5E1C9E-DBB3-4F16-182D-4A3E0E978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0B988B-290A-7C90-26B5-F0DEDAC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91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A5453-3A06-0197-387C-6B81949F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7902EF-71F8-DF39-90AE-36234ACA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DB0B7F-B1A6-565B-DF0C-13963429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D88716-CC2F-6DE2-C7A2-0A02AB09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0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9C33F9-3EAC-DD84-C066-85A6F0E2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C2493F-2704-CB01-CD8A-9D543378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007B99-DFAC-94E6-0409-E3442E77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5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62997-4606-2199-2D0B-E1DFBE3B8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540310-190E-3B93-E494-09367C685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89FD92-02CB-7436-0BB9-57CE556BA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7E779D-6CCB-22CA-5BD3-BE2E652B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541A68-C206-108B-03C2-7901EE40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35B0B-76F7-798B-37C3-F92ADAE6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52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1A109-9270-A84C-9B48-935E5C81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94C883-7BF6-F647-70A9-53BA1C585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022DC9-15EB-4FD8-00E0-DD77129D2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B4D2E-FEA1-64D4-566F-968431A5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F0B2C4-C67E-76E0-93E2-70F4D528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A4EC77-50DA-9987-6D30-589920CA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831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5B78F-3004-8C87-E978-4080AE4E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53659E-6EE2-796D-FA8F-C8C377CFA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F938A-3391-2EE3-C060-1EC29CA7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559787-0C4B-65E8-A059-95109C68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ADF425-872F-8395-3E26-10874DD9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90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BD5467-3315-460E-B3DA-5BD8A1D0C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DC3744-2862-FBE2-B99F-3F34E8814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AD4B76-ECCC-8711-BBDE-DA8F89C6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FAAD12-CE37-FE3E-73A1-72D80B3F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825155-DBBA-BC82-3D09-EC82572D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461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BCCB7-CB53-730E-D9EE-96E4DB82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433DAC-339B-94EC-3FA2-97FF007FF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036C27-4C43-B709-534B-2A915AF3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5EDF-85CF-4D74-A58D-3C2A3CACE5A3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F3FB2-B17C-653B-7332-35F2F701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661E1-A1BB-087C-56B2-AAEAA8CA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B9E8-7AB6-4E2E-891E-971AB683E4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93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22B6B9-F7F8-FCF3-D07B-F1C74B729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EED501-0361-F4FD-5356-778D18184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111F1C-E321-623D-5A80-0A96C620C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BC807-976C-45A2-9B6F-83CE11C45E3B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EB36F-E46E-8FB5-9185-ACCB367CD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B178D2-6C97-0DDA-85DE-3A8B09767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521EF-2FEA-461B-A522-19C12DCFB6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5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9F366-3212-DD3B-1695-9EB2CE88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n-US" altLang="zh-CN" b="0" i="0" u="none" strike="noStrike" kern="100" baseline="0" dirty="0">
                <a:latin typeface="等线" panose="02010600030101010101" pitchFamily="2" charset="-122"/>
                <a:ea typeface="等线" panose="02010600030101010101" pitchFamily="2" charset="-122"/>
              </a:rPr>
              <a:t>《</a:t>
            </a:r>
            <a:r>
              <a:rPr lang="zh-CN" altLang="en-US" b="0" i="0" u="none" strike="noStrike" kern="100" baseline="0" dirty="0">
                <a:latin typeface="等线" panose="02010600030101010101" pitchFamily="2" charset="-122"/>
                <a:ea typeface="等线" panose="02010600030101010101" pitchFamily="2" charset="-122"/>
              </a:rPr>
              <a:t>西游记</a:t>
            </a:r>
            <a:r>
              <a:rPr lang="en-US" altLang="zh-CN" b="0" i="0" u="none" strike="noStrike" kern="100" baseline="0" dirty="0">
                <a:latin typeface="等线" panose="02010600030101010101" pitchFamily="2" charset="-122"/>
                <a:ea typeface="等线" panose="02010600030101010101" pitchFamily="2" charset="-122"/>
              </a:rPr>
              <a:t>》</a:t>
            </a:r>
            <a:r>
              <a:rPr lang="zh-CN" altLang="en-US" b="0" i="0" u="none" strike="noStrike" kern="100" baseline="0" dirty="0">
                <a:latin typeface="等线" panose="02010600030101010101" pitchFamily="2" charset="-122"/>
                <a:ea typeface="等线" panose="02010600030101010101" pitchFamily="2" charset="-122"/>
              </a:rPr>
              <a:t>知识图谱构建与应用</a:t>
            </a:r>
            <a:endParaRPr lang="zh-CN" altLang="en-US" b="0" i="0" u="none" strike="noStrike" kern="100" baseline="0" dirty="0">
              <a:latin typeface="Times New Roman" panose="02020603050405020304" pitchFamily="18" charset="0"/>
              <a:ea typeface="等线" panose="02010600030101010101" pitchFamily="2" charset="-122"/>
            </a:endParaRPr>
          </a:p>
        </p:txBody>
      </p:sp>
      <p:pic>
        <p:nvPicPr>
          <p:cNvPr id="1026" name="Picture 2" descr="西游记&gt;赏析| 新希望教育">
            <a:extLst>
              <a:ext uri="{FF2B5EF4-FFF2-40B4-BE49-F238E27FC236}">
                <a16:creationId xmlns:a16="http://schemas.microsoft.com/office/drawing/2014/main" id="{051DB0B1-4DF6-2075-B50C-125B45CF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987" y="1690688"/>
            <a:ext cx="8162026" cy="451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10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941A7-76B2-DFDC-E855-F400A17C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什么是知识图谱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1A0DCA-9BDC-4E2F-E869-7D840CF2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273287" cy="4351338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定义</a:t>
            </a:r>
            <a:endParaRPr lang="en-US" altLang="zh-CN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zh-CN" dirty="0"/>
              <a:t>知识图谱是一种用图结构（节点+边）来表示知识和实体之间关系的技术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它将分散的信息连接成网络，让计算机能够理解知识之间的关联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核心要素</a:t>
            </a:r>
            <a:endParaRPr lang="en-US" altLang="zh-CN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zh-CN" sz="2000" dirty="0"/>
              <a:t>节点（Node）：代表实体，如人物、地点、事件、概念等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zh-CN" sz="2000" dirty="0"/>
              <a:t>【三级】边（Edge）：代表实体之间的关系，如师徒、敌对、变化等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zh-CN" sz="2000" dirty="0"/>
              <a:t>【三级】属性（Property）：实体的特征描述，如种族、身份、性格等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655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6056E-F5A6-F172-AB5F-4B2B1C7E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43" y="411132"/>
            <a:ext cx="674298" cy="6121940"/>
          </a:xfrm>
        </p:spPr>
        <p:txBody>
          <a:bodyPr>
            <a:normAutofit fontScale="90000"/>
          </a:bodyPr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三打白骨精知识图谱简介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DE3498-7C89-2D58-3D76-E421DE2FF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992" y="34506"/>
            <a:ext cx="10351008" cy="678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41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11B55-D899-6605-7864-E0254914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角色群体划分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F082C5-D206-6FC4-3456-B145E8636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取经团队（红色）</a:t>
            </a: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白骨洞势力（青色）</a:t>
            </a: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白骨精化身（绿色）</a:t>
            </a: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天庭神祇（黄色）</a:t>
            </a: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佛教体系（紫色）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A73D16-FBB8-DBDC-45ED-28F5C7EA8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100" y="270293"/>
            <a:ext cx="3695977" cy="584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7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09D23-CB7F-68A8-FB74-BEE5100D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关系类型与示例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D1E955-046D-292A-9005-853231E08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师徒关系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敌对关系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变化关系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同僚关系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听命关系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前世今生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DB7498-19FB-03BE-C0ED-04AD6B36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303" y="365125"/>
            <a:ext cx="3695977" cy="584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4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AFFE8E-F526-4A39-F037-4757049E8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r>
              <a:rPr lang="en-US" altLang="zh-CN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JSON</a:t>
            </a:r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数据结构设计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294EC9-F6DC-C541-07C3-15497DD7B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根对象属性</a:t>
            </a:r>
          </a:p>
          <a:p>
            <a:pPr marR="0" lvl="0" rtl="0"/>
            <a:r>
              <a:rPr lang="en-US" altLang="zh-CN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characters</a:t>
            </a:r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数组</a:t>
            </a:r>
          </a:p>
          <a:p>
            <a:pPr marR="0" lvl="0" rtl="0"/>
            <a:r>
              <a:rPr lang="en-US" altLang="zh-CN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groups</a:t>
            </a:r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数组</a:t>
            </a:r>
          </a:p>
          <a:p>
            <a:pPr marR="0" lvl="0" rtl="0"/>
            <a:r>
              <a:rPr lang="en-US" altLang="zh-CN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relationships</a:t>
            </a:r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数组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3AC8C1-846A-F75D-A735-3261040F8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921" y="947059"/>
            <a:ext cx="3188774" cy="53038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4F7A1B-E528-D95B-66CA-062CD430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73" y="3900185"/>
            <a:ext cx="4669766" cy="291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0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73E15-1354-55D4-FBBB-580F4D1DA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创作过程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62179B-C3AA-36FA-88ED-8F2F23333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498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使用工具：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Github</a:t>
            </a:r>
            <a:r>
              <a:rPr lang="en-US" altLang="zh-CN" dirty="0"/>
              <a:t> </a:t>
            </a:r>
            <a:r>
              <a:rPr lang="en-US" altLang="zh-CN" dirty="0" err="1"/>
              <a:t>codespaces</a:t>
            </a:r>
            <a:r>
              <a:rPr lang="en-US" altLang="zh-CN" dirty="0"/>
              <a:t> (</a:t>
            </a:r>
            <a:r>
              <a:rPr lang="zh-CN" altLang="en-US" dirty="0"/>
              <a:t>限免遠端及</a:t>
            </a:r>
            <a:r>
              <a:rPr lang="en-US" altLang="zh-CN" dirty="0" err="1"/>
              <a:t>vscode</a:t>
            </a:r>
            <a:r>
              <a:rPr lang="zh-CN" altLang="en-US" dirty="0"/>
              <a:t>開發界面</a:t>
            </a:r>
            <a:r>
              <a:rPr lang="en-US" altLang="zh-CN" dirty="0"/>
              <a:t>,git</a:t>
            </a:r>
            <a:r>
              <a:rPr lang="zh-CN" altLang="en-US" dirty="0"/>
              <a:t>工具）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Deepseek</a:t>
            </a:r>
            <a:r>
              <a:rPr lang="en-US" altLang="zh-CN" dirty="0"/>
              <a:t> </a:t>
            </a:r>
            <a:r>
              <a:rPr lang="zh-CN" altLang="en-US" dirty="0"/>
              <a:t>快速模式</a:t>
            </a:r>
            <a:r>
              <a:rPr lang="en-US" altLang="zh-CN" dirty="0"/>
              <a:t>(</a:t>
            </a:r>
            <a:r>
              <a:rPr lang="zh-CN" altLang="en-US" dirty="0"/>
              <a:t>免費，電腦、手機端同步</a:t>
            </a:r>
            <a:r>
              <a:rPr lang="en-US" altLang="zh-CN" dirty="0"/>
              <a:t>)</a:t>
            </a:r>
            <a:endParaRPr lang="zh-CN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1C065B-0B02-795F-5AEA-19D9D7908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06" y="3429000"/>
            <a:ext cx="5239109" cy="32744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80B637B-847B-91EE-9284-60D06939F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85" y="3429000"/>
            <a:ext cx="5109557" cy="31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86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94CE-00A8-1A77-C218-FCB16082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B0531-5103-CF01-F087-DB4D7D9E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创作过程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077322-04A4-BF7E-036C-CB5187E54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圖片生成：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使用</a:t>
            </a:r>
            <a:r>
              <a:rPr lang="en-US" altLang="zh-CN" dirty="0"/>
              <a:t>python</a:t>
            </a:r>
            <a:r>
              <a:rPr lang="zh-CN" altLang="en-US" dirty="0"/>
              <a:t>（</a:t>
            </a:r>
            <a:r>
              <a:rPr lang="en-US" altLang="zh-CN" dirty="0" err="1"/>
              <a:t>plt</a:t>
            </a:r>
            <a:r>
              <a:rPr lang="zh-CN" altLang="en-US" dirty="0"/>
              <a:t>模塊），指導</a:t>
            </a:r>
            <a:r>
              <a:rPr lang="en-US" altLang="zh-CN" dirty="0"/>
              <a:t>ai</a:t>
            </a:r>
            <a:r>
              <a:rPr lang="zh-CN" altLang="en-US" dirty="0"/>
              <a:t>生成代碼</a:t>
            </a:r>
            <a:endParaRPr lang="en-US" altLang="zh-CN" dirty="0"/>
          </a:p>
          <a:p>
            <a:pPr lvl="2"/>
            <a:r>
              <a:rPr lang="zh-CN" altLang="en-US" dirty="0"/>
              <a:t>優點：高度自由，項目結構清晰，極少依賴</a:t>
            </a:r>
            <a:endParaRPr lang="en-US" altLang="zh-CN" dirty="0"/>
          </a:p>
          <a:p>
            <a:pPr lvl="2"/>
            <a:r>
              <a:rPr lang="zh-CN" altLang="en-US" dirty="0"/>
              <a:t>缺點：工程量較大，容易發生錯誤，可以搭配</a:t>
            </a:r>
            <a:r>
              <a:rPr lang="en-US" altLang="zh-CN" dirty="0"/>
              <a:t>ai</a:t>
            </a:r>
            <a:r>
              <a:rPr lang="zh-CN" altLang="en-US" dirty="0"/>
              <a:t>工具</a:t>
            </a:r>
            <a:r>
              <a:rPr lang="en-US" altLang="zh-CN" dirty="0"/>
              <a:t>debug</a:t>
            </a:r>
          </a:p>
          <a:p>
            <a:pPr lvl="2"/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FED3CD-BDC5-9E36-5D12-E1C62CD8E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08" y="3574927"/>
            <a:ext cx="5124092" cy="320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98C6-321B-199E-1503-19E5C1195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5209E-CBEE-7868-0B44-0DA71314E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创作过程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24E9D9-F044-989B-2588-248AF5DC0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zh-CN" b="1" dirty="0"/>
              <a:t>三、最终交付成果</a:t>
            </a:r>
          </a:p>
          <a:p>
            <a:r>
              <a:rPr lang="zh-CN" altLang="zh-CN" b="1" dirty="0"/>
              <a:t>1. 知识图谱数据（JSON）</a:t>
            </a:r>
          </a:p>
          <a:p>
            <a:r>
              <a:rPr lang="zh-CN" altLang="zh-CN" dirty="0"/>
              <a:t>12个角色（唐僧、孙悟空、猪八戒、沙僧、白骨精、村姑、老妇人、老公公、金蝉子、山神、土地、白骨小妖）</a:t>
            </a:r>
          </a:p>
          <a:p>
            <a:r>
              <a:rPr lang="zh-CN" altLang="zh-CN" dirty="0"/>
              <a:t>5个群体（取经团队、白骨洞势力、白骨精化身、天庭神祇、佛教体系）</a:t>
            </a:r>
          </a:p>
          <a:p>
            <a:r>
              <a:rPr lang="zh-CN" altLang="zh-CN" dirty="0"/>
              <a:t>18条双向关系（师徒、敌对、变化、同僚、听命、挑唆、求情等）</a:t>
            </a:r>
          </a:p>
          <a:p>
            <a:r>
              <a:rPr lang="zh-CN" altLang="zh-CN" b="1" dirty="0"/>
              <a:t>2. 可视化脚本（Python）</a:t>
            </a:r>
          </a:p>
          <a:p>
            <a:r>
              <a:rPr lang="zh-CN" altLang="zh-CN" dirty="0"/>
              <a:t>使用NetworkX + Matplotlib</a:t>
            </a:r>
          </a:p>
          <a:p>
            <a:r>
              <a:rPr lang="zh-CN" altLang="zh-CN" dirty="0"/>
              <a:t>按群体着色（5种颜色）</a:t>
            </a:r>
          </a:p>
          <a:p>
            <a:r>
              <a:rPr lang="zh-CN" altLang="zh-CN" dirty="0"/>
              <a:t>时间戳目录自动管理</a:t>
            </a:r>
          </a:p>
          <a:p>
            <a:r>
              <a:rPr lang="zh-CN" altLang="zh-CN" dirty="0"/>
              <a:t>多格式输出（PNG、PDF、TXT）</a:t>
            </a:r>
          </a:p>
          <a:p>
            <a:r>
              <a:rPr lang="zh-CN" altLang="zh-CN" dirty="0"/>
              <a:t>支持中文显示（需本地字体）</a:t>
            </a:r>
          </a:p>
        </p:txBody>
      </p:sp>
    </p:spTree>
    <p:extLst>
      <p:ext uri="{BB962C8B-B14F-4D97-AF65-F5344CB8AC3E}">
        <p14:creationId xmlns:p14="http://schemas.microsoft.com/office/powerpoint/2010/main" val="403388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EED7-9D69-3CEB-70FF-055E8747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6DBF3-CA37-5747-0D32-FBCDAC52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  <a:r>
              <a:rPr lang="zh-CN" altLang="zh-CN" kern="10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最终交付成果</a:t>
            </a:r>
            <a:endParaRPr lang="zh-CN" altLang="en-US" kern="10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21F8C9-3E71-39BA-E38A-4256389F8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zh-CN" b="1" dirty="0"/>
              <a:t>1. 知识图谱数据（JSON）</a:t>
            </a:r>
          </a:p>
          <a:p>
            <a:r>
              <a:rPr lang="zh-CN" altLang="zh-CN" dirty="0"/>
              <a:t>12个角色（唐僧、孙悟空、猪八戒、沙僧、白骨精、村姑、老妇人、老公公、金蝉子、山神、土地、白骨小妖）</a:t>
            </a:r>
          </a:p>
          <a:p>
            <a:r>
              <a:rPr lang="zh-CN" altLang="zh-CN" dirty="0"/>
              <a:t>5个群体（取经团队、白骨洞势力、白骨精化身、天庭神祇、佛教体系）</a:t>
            </a:r>
          </a:p>
          <a:p>
            <a:r>
              <a:rPr lang="zh-CN" altLang="zh-CN" dirty="0"/>
              <a:t>18条双向关系（师徒、敌对、变化、同僚、听命、挑唆、求情等）</a:t>
            </a:r>
          </a:p>
          <a:p>
            <a:pPr marL="0" indent="0">
              <a:buNone/>
            </a:pPr>
            <a:r>
              <a:rPr lang="zh-CN" altLang="zh-CN" b="1" dirty="0"/>
              <a:t>2. 可视化脚本（Python）</a:t>
            </a:r>
          </a:p>
          <a:p>
            <a:r>
              <a:rPr lang="zh-CN" altLang="zh-CN" dirty="0"/>
              <a:t>使用NetworkX + Matplotlib</a:t>
            </a:r>
          </a:p>
          <a:p>
            <a:r>
              <a:rPr lang="zh-CN" altLang="zh-CN" dirty="0"/>
              <a:t>按群体着色（5种颜色）</a:t>
            </a:r>
          </a:p>
          <a:p>
            <a:r>
              <a:rPr lang="zh-CN" altLang="zh-CN" dirty="0"/>
              <a:t>时间戳目录自动管理</a:t>
            </a:r>
          </a:p>
          <a:p>
            <a:r>
              <a:rPr lang="zh-CN" altLang="zh-CN" dirty="0"/>
              <a:t>多格式输出（PNG、PDF、TXT）</a:t>
            </a:r>
          </a:p>
          <a:p>
            <a:r>
              <a:rPr lang="zh-CN" altLang="zh-CN" dirty="0"/>
              <a:t>支持中文显示（需本地字体）</a:t>
            </a:r>
          </a:p>
        </p:txBody>
      </p:sp>
    </p:spTree>
    <p:extLst>
      <p:ext uri="{BB962C8B-B14F-4D97-AF65-F5344CB8AC3E}">
        <p14:creationId xmlns:p14="http://schemas.microsoft.com/office/powerpoint/2010/main" val="412293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61EE3-7334-5F64-47EE-493703C8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可视化脚本开发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626F09-E2F5-D0AB-5CAF-C6565B753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技术栈：</a:t>
            </a:r>
            <a:r>
              <a:rPr lang="en-US" altLang="zh-CN" b="0" i="0" u="none" strike="noStrike" kern="100" baseline="0" dirty="0" err="1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plt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核心功能：</a:t>
            </a:r>
            <a:r>
              <a:rPr lang="en-US" altLang="zh-CN" b="0" i="0" u="none" strike="noStrike" kern="100" baseline="0" dirty="0" err="1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json</a:t>
            </a:r>
            <a:r>
              <a:rPr lang="en-US" altLang="zh-CN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-&gt;</a:t>
            </a:r>
            <a:r>
              <a:rPr lang="en-US" altLang="zh-CN" b="0" i="0" u="none" strike="noStrike" kern="100" baseline="0" dirty="0" err="1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knowledge_graph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布局优化参数</a:t>
            </a:r>
            <a:r>
              <a:rPr lang="zh-CN" altLang="en-US" kern="10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：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ECEFF-2C8D-1F86-1706-BCFE61B99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17" y="3580474"/>
            <a:ext cx="9477555" cy="248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54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E295D-30EA-CF0E-395B-759B115E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遇到的困难与解决方案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917B3B-D422-AA3D-F3FF-5DB4377D1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中文字体乱码（文字都變成框框）</a:t>
            </a:r>
            <a:endParaRPr lang="en-US" altLang="zh-CN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字体缺失备选方案（下載字體到本地（遠端））</a:t>
            </a:r>
            <a:endParaRPr lang="en-US" altLang="zh-CN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pPr marR="0" lvl="0" rtl="0"/>
            <a:endParaRPr lang="zh-CN" altLang="en-US" b="0" i="0" u="none" strike="noStrike" kern="100" baseline="0" dirty="0">
              <a:solidFill>
                <a:srgbClr val="0F4761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文件管理（清晰的目錄結構：日期</a:t>
            </a:r>
            <a:r>
              <a:rPr lang="en-US" altLang="zh-CN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/</a:t>
            </a:r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時間</a:t>
            </a:r>
            <a:r>
              <a:rPr lang="en-US" altLang="zh-CN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/</a:t>
            </a:r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源碼及產品）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057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B8096-CBED-C925-A23C-CB75AA34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成果展示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A43CDC-5732-A3D3-169F-761C3F97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数据成果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工具成果</a:t>
            </a:r>
          </a:p>
          <a:p>
            <a:pPr marR="0" lvl="0" rtl="0"/>
            <a:r>
              <a:rPr lang="zh-CN" altLang="en-US" b="0" i="0" u="none" strike="noStrike" kern="100" baseline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输出文件</a:t>
            </a:r>
            <a:endParaRPr lang="zh-CN" altLang="en-US" b="0" i="0" u="none" strike="noStrike" kern="100" baseline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CFDF10-11D2-6719-50B8-E3D3B399D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635" y="1782792"/>
            <a:ext cx="4446730" cy="42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3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6BF76-B16F-D157-B8FD-5E38C72F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9E898-72B9-8C80-365B-264F2505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204713" cy="664294"/>
          </a:xfrm>
        </p:spPr>
        <p:txBody>
          <a:bodyPr>
            <a:normAutofit fontScale="90000"/>
          </a:bodyPr>
          <a:lstStyle/>
          <a:p>
            <a:pPr marR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學習成果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70C71-1BB0-D82B-4318-D6052E555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4951"/>
            <a:ext cx="10515600" cy="4952012"/>
          </a:xfrm>
        </p:spPr>
        <p:txBody>
          <a:bodyPr/>
          <a:lstStyle/>
          <a:p>
            <a:pPr marR="0" lvl="0" rtl="0"/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又一個項目完成，熟練使用</a:t>
            </a:r>
            <a:r>
              <a:rPr lang="en-US" altLang="zh-CN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AI</a:t>
            </a:r>
            <a:r>
              <a:rPr lang="zh-CN" altLang="en-US" b="0" i="0" u="none" strike="noStrike" kern="100" baseline="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工具可以極大幅度提升開發和學習效率</a:t>
            </a:r>
            <a:endParaRPr lang="en-US" altLang="zh-CN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  <a:p>
            <a:pPr marR="0" lvl="0" rtl="0"/>
            <a:r>
              <a:rPr lang="en-US" altLang="zh-CN" kern="10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AI debug</a:t>
            </a:r>
            <a:r>
              <a:rPr lang="zh-CN" altLang="en-US" kern="10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：需要經驗和技巧，</a:t>
            </a:r>
            <a:r>
              <a:rPr lang="en-US" altLang="zh-CN" kern="10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AI</a:t>
            </a:r>
            <a:r>
              <a:rPr lang="zh-CN" altLang="en-US" kern="100" dirty="0">
                <a:solidFill>
                  <a:srgbClr val="0F4761"/>
                </a:solidFill>
                <a:latin typeface="Times New Roman" panose="02020603050405020304" pitchFamily="18" charset="0"/>
                <a:ea typeface="等线 Light" panose="02010600030101010101" pitchFamily="2" charset="-122"/>
              </a:rPr>
              <a:t>可以幫你更容易發現並修改錯誤</a:t>
            </a:r>
            <a:endParaRPr lang="zh-CN" altLang="en-US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  <a:ea typeface="等线 Light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15FE60-396C-121A-A0E1-CE8477E68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06" y="3285468"/>
            <a:ext cx="5451894" cy="30200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F814FF-F123-C77D-F2C3-BDC169B17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64023"/>
            <a:ext cx="5336910" cy="29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2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660</Words>
  <Application>Microsoft Office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Times New Roman</vt:lpstr>
      <vt:lpstr>Office 主题​​</vt:lpstr>
      <vt:lpstr>《西游记》知识图谱构建与应用</vt:lpstr>
      <vt:lpstr> 什么是知识图谱</vt:lpstr>
      <vt:lpstr>三打白骨精知识图谱简介</vt:lpstr>
      <vt:lpstr> 角色群体划分</vt:lpstr>
      <vt:lpstr> 关系类型与示例</vt:lpstr>
      <vt:lpstr> JSON数据结构设计</vt:lpstr>
      <vt:lpstr> 创作过程</vt:lpstr>
      <vt:lpstr> 创作过程</vt:lpstr>
      <vt:lpstr> 创作过程</vt:lpstr>
      <vt:lpstr> 最终交付成果</vt:lpstr>
      <vt:lpstr> 可视化脚本开发</vt:lpstr>
      <vt:lpstr> 遇到的困难与解决方案</vt:lpstr>
      <vt:lpstr> 成果展示</vt:lpstr>
      <vt:lpstr> 學習成果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宇軒 黎</dc:creator>
  <cp:lastModifiedBy>宇軒 黎</cp:lastModifiedBy>
  <cp:revision>2</cp:revision>
  <dcterms:created xsi:type="dcterms:W3CDTF">2026-06-09T06:04:05Z</dcterms:created>
  <dcterms:modified xsi:type="dcterms:W3CDTF">2026-06-09T06:48:54Z</dcterms:modified>
</cp:coreProperties>
</file>